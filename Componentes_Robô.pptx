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49" d="100"/>
          <a:sy n="49" d="100"/>
        </p:scale>
        <p:origin x="1536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FED23C-0B30-DFC2-9322-812994FDB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2E5ECA-BDEF-AC2F-5DF1-56E0B941FC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6F4B0D-4930-8238-0140-58BEC7D92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FB920-E520-44BA-9F2E-3C1AF0094309}" type="datetimeFigureOut">
              <a:rPr lang="pt-PT" smtClean="0"/>
              <a:t>29/10/2026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2F7BA3-90E7-02A9-465C-FEEBDD7BF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FCAD00-112B-C0F8-BFAE-BC24D2AE8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3F81-AC96-41A9-A858-598981EC5BF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98566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30FD1E-F7CD-1D84-C65C-CCF648FBA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0F80CF-4667-E236-3C47-42D13B971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B223BC-188B-8802-7C32-72066B368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FB920-E520-44BA-9F2E-3C1AF0094309}" type="datetimeFigureOut">
              <a:rPr lang="pt-PT" smtClean="0"/>
              <a:t>29/10/2026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A61500-BB95-7D45-F033-0744495A6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2446B9-2351-CD80-C371-43AC1023B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3F81-AC96-41A9-A858-598981EC5BF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83057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F39BFE-957B-5540-A165-22A45B4C3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104A67-642E-6DE2-F9DE-996CBBB22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96D21C-F83B-956D-4DFB-FB92DB7DD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FB920-E520-44BA-9F2E-3C1AF0094309}" type="datetimeFigureOut">
              <a:rPr lang="pt-PT" smtClean="0"/>
              <a:t>29/10/2026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3BD130-21C3-2CEF-98CF-0843FFF53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1FA763-10FE-5F9B-D07E-C15976BC2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3F81-AC96-41A9-A858-598981EC5BF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64791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4D81E6-E08F-5BD1-D06D-98B243473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70EE00-3FBC-ACF3-2E59-443BB1893E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517FE11-544C-735C-B049-BD5D801EA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24A5BC2-2189-40F1-7981-E6683C791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FB920-E520-44BA-9F2E-3C1AF0094309}" type="datetimeFigureOut">
              <a:rPr lang="pt-PT" smtClean="0"/>
              <a:t>29/10/2026</a:t>
            </a:fld>
            <a:endParaRPr lang="pt-PT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D68A7E-2C16-7B96-7349-B03B230EB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EEC1D23-AB71-4060-D343-7BE84CE89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3F81-AC96-41A9-A858-598981EC5BF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72193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94A5BE-A6D9-832C-8C46-21C5F3AB1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3EEA77-765E-FCC1-7608-B22B533B1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B383423-6A0E-E496-55EB-1C46F09D5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53F4E77-016A-AB83-6C94-90C0DDBA8B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0BEFD00-427E-6411-71A8-44434EB545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E8512D5-9072-A995-A7A3-EA9AD7790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FB920-E520-44BA-9F2E-3C1AF0094309}" type="datetimeFigureOut">
              <a:rPr lang="pt-PT" smtClean="0"/>
              <a:t>29/10/2026</a:t>
            </a:fld>
            <a:endParaRPr lang="pt-PT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21385EE-7E8B-9AE3-0770-EF5FD61B4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30E32F3-B0D0-4156-268E-BFC8123C6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3F81-AC96-41A9-A858-598981EC5BF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8792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EF79A9-EF6C-37B1-04A2-023F6FB0F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5DF438E-4868-DCE4-CE6C-74D51D08B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FB920-E520-44BA-9F2E-3C1AF0094309}" type="datetimeFigureOut">
              <a:rPr lang="pt-PT" smtClean="0"/>
              <a:t>29/10/2026</a:t>
            </a:fld>
            <a:endParaRPr lang="pt-PT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F64207F-509A-E200-9A94-4ED3F866C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DF53164-B4CE-B15C-8660-A768F7909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3F81-AC96-41A9-A858-598981EC5BF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32264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61D2202-05BA-298A-07E4-B8CE08AAD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FB920-E520-44BA-9F2E-3C1AF0094309}" type="datetimeFigureOut">
              <a:rPr lang="pt-PT" smtClean="0"/>
              <a:t>29/10/2026</a:t>
            </a:fld>
            <a:endParaRPr lang="pt-PT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8507E89-0943-53BB-DE51-0C33A3BE9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51A2524-44CA-83E1-139B-45351E236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3F81-AC96-41A9-A858-598981EC5BF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09945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E8D0A-97F3-0D42-EE37-0AFD843CD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015361-63CF-50EC-F1BA-AF480793A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CE19A5F-ED4E-7D77-FC25-3B3BC4A31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8CCC95A-9598-24D0-B415-92AF0AB1E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FB920-E520-44BA-9F2E-3C1AF0094309}" type="datetimeFigureOut">
              <a:rPr lang="pt-PT" smtClean="0"/>
              <a:t>29/10/2026</a:t>
            </a:fld>
            <a:endParaRPr lang="pt-PT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CDCF33E-2AF1-958A-5992-F7FCF7365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2EE7DF5-6386-3ED8-E209-3658166D9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3F81-AC96-41A9-A858-598981EC5BF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8189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84DE6A-B1D1-8842-EB2D-F64631FEF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796FA25-E256-8941-6434-451E602AC20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7A83895-9E4B-C827-4D75-80FA92929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2C090AD-FE62-AB57-9F65-188AE22D1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FB920-E520-44BA-9F2E-3C1AF0094309}" type="datetimeFigureOut">
              <a:rPr lang="pt-PT" smtClean="0"/>
              <a:t>29/10/2026</a:t>
            </a:fld>
            <a:endParaRPr lang="pt-PT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E65BA04-E31C-8899-D397-CEEC1B5F4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7C753CA-537F-1239-1262-1B8CD9306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3F81-AC96-41A9-A858-598981EC5BF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17603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1D135F-A175-A9A1-6A20-BA735EA82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65B5114-2004-B134-089F-C52F66F791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836A8B-4BC3-FC99-1A8F-5ADE23E9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FB920-E520-44BA-9F2E-3C1AF0094309}" type="datetimeFigureOut">
              <a:rPr lang="pt-PT" smtClean="0"/>
              <a:t>29/10/2026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52887D-8153-3635-775C-F7E38105B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A89B12-F49D-854B-0B5A-A7AFA0136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3F81-AC96-41A9-A858-598981EC5BF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49709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EAC5A35-817B-C4BB-6F61-665CA8C6C0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E061FB1-F3C9-2A1C-C51A-A36832353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3CFAB0-FCD9-92E8-14CC-61A3820C2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FB920-E520-44BA-9F2E-3C1AF0094309}" type="datetimeFigureOut">
              <a:rPr lang="pt-PT" smtClean="0"/>
              <a:t>29/10/2026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1137CE-22E9-0666-70F6-E883B42B8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2AD73A-B2BF-29F3-C161-7EF65BA48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3F81-AC96-41A9-A858-598981EC5BF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5533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E422280-5F15-7E4F-A19B-D13F11AB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67415B-164A-0A53-735B-976BCAD41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A2DBD1-2C89-0D22-55B0-59986DA406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9FB920-E520-44BA-9F2E-3C1AF0094309}" type="datetimeFigureOut">
              <a:rPr lang="pt-PT" smtClean="0"/>
              <a:t>29/10/2026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AF048C-972D-6B18-F3CB-42609E7C0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B76C39-E961-B478-9546-F436E7E5A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BD3F81-AC96-41A9-A858-598981EC5BF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61850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05F936-4A4D-AB50-C224-279BDA2AB8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63172"/>
            <a:ext cx="9144000" cy="931655"/>
          </a:xfrm>
        </p:spPr>
        <p:txBody>
          <a:bodyPr/>
          <a:lstStyle/>
          <a:p>
            <a:r>
              <a:rPr lang="pt-PT" dirty="0"/>
              <a:t>Componentes Robô</a:t>
            </a:r>
          </a:p>
        </p:txBody>
      </p:sp>
    </p:spTree>
    <p:extLst>
      <p:ext uri="{BB962C8B-B14F-4D97-AF65-F5344CB8AC3E}">
        <p14:creationId xmlns:p14="http://schemas.microsoft.com/office/powerpoint/2010/main" val="2211166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9527FCEA-6143-4C5E-8C45-8AC9237AD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A9F23AD-7A55-49F3-A3EC-743F47F36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7090"/>
            <a:ext cx="6741849" cy="589788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Imagem 40">
            <a:extLst>
              <a:ext uri="{FF2B5EF4-FFF2-40B4-BE49-F238E27FC236}">
                <a16:creationId xmlns:a16="http://schemas.microsoft.com/office/drawing/2014/main" id="{4077B2E6-3BB0-E5D3-1951-EDB2D3C84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987" y="650497"/>
            <a:ext cx="5942469" cy="5571066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D7D9F91F-72C9-4DB9-ABD0-A8180D826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48006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A57F326E-D971-97F3-36FB-0296A695AB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6299" y="643467"/>
            <a:ext cx="3614092" cy="2475653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BE016956-CE9F-4946-8834-A8BC3529D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60367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591F90CB-08E2-B86D-3233-C8698B8C73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5873" y="3938356"/>
            <a:ext cx="3854945" cy="209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005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22B4B061-427A-6EC3-EB1A-5785B9CA1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1" r="57401"/>
          <a:stretch>
            <a:fillRect/>
          </a:stretch>
        </p:blipFill>
        <p:spPr>
          <a:xfrm>
            <a:off x="484632" y="1594087"/>
            <a:ext cx="6716272" cy="366982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0B609B7-DD43-C1D6-629D-E3857901A3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2" r="-1" b="-1"/>
          <a:stretch>
            <a:fillRect/>
          </a:stretch>
        </p:blipFill>
        <p:spPr>
          <a:xfrm>
            <a:off x="7534655" y="1229272"/>
            <a:ext cx="4172712" cy="439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577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7823A7B-1C23-E4D2-0FC0-E1D904683B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100898"/>
            <a:ext cx="5291666" cy="4656204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B7E111F-420F-AED9-2263-D5FF6FAB49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1504037"/>
            <a:ext cx="5291667" cy="384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32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3605679-AF0A-2E7F-03FB-AD0B0E5840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726" y="491061"/>
            <a:ext cx="7393617" cy="478604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E596999-FAFC-4368-AA52-EAA50EA160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203" y="5277108"/>
            <a:ext cx="9621593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125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8946348-81E4-9A11-D076-00482CB68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151945"/>
            <a:ext cx="5291666" cy="455411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BF80750-E8DA-E55A-ECBF-A519186F53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1764296"/>
            <a:ext cx="5291667" cy="332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90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AB95C82-8201-6AEC-83D4-01B972FDF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73980"/>
            <a:ext cx="5291666" cy="531003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F0748A7-76B3-814A-247D-1823EF2EC1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1064394"/>
            <a:ext cx="5291667" cy="472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994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0F37DAA-5078-2ADE-A54E-5E6A02FCA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471" y="643467"/>
            <a:ext cx="4955657" cy="557106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A6E4AFB-CF03-3E05-01B2-8ED5D8D2A4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965637"/>
            <a:ext cx="5291667" cy="492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035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10E2EF2-CE14-6BFD-E7F7-92B4F0D5B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32" y="532608"/>
            <a:ext cx="6716272" cy="5792784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FD6D8FD-1323-D3C2-451D-E911A18766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655" y="1493906"/>
            <a:ext cx="4172712" cy="387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297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094205B-1DB8-578C-1757-FE6079AD2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07"/>
          <a:stretch>
            <a:fillRect/>
          </a:stretch>
        </p:blipFill>
        <p:spPr>
          <a:xfrm>
            <a:off x="2984474" y="643466"/>
            <a:ext cx="622305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649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FD85B6F-2AEA-DB84-1053-EC38BF4427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2" r="18160" b="2"/>
          <a:stretch>
            <a:fillRect/>
          </a:stretch>
        </p:blipFill>
        <p:spPr>
          <a:xfrm>
            <a:off x="196731" y="170453"/>
            <a:ext cx="3794884" cy="651709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A5AA63F-5A67-8889-A84D-69A34F71EB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5" r="5920" b="-4"/>
          <a:stretch>
            <a:fillRect/>
          </a:stretch>
        </p:blipFill>
        <p:spPr>
          <a:xfrm>
            <a:off x="4184141" y="165371"/>
            <a:ext cx="3826711" cy="317654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CF437F5-1838-68E8-EF46-F85684DDA7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07" b="4"/>
          <a:stretch>
            <a:fillRect/>
          </a:stretch>
        </p:blipFill>
        <p:spPr>
          <a:xfrm>
            <a:off x="8193992" y="159910"/>
            <a:ext cx="3826711" cy="3181966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EB44CB2-BEF8-9313-2268-DFFE7B4451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9" r="26284" b="3"/>
          <a:stretch>
            <a:fillRect/>
          </a:stretch>
        </p:blipFill>
        <p:spPr>
          <a:xfrm>
            <a:off x="4184141" y="3512234"/>
            <a:ext cx="3826711" cy="317531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1EBD9CD-E074-B812-401A-CF24F8F397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93" r="-3" b="-3"/>
          <a:stretch>
            <a:fillRect/>
          </a:stretch>
        </p:blipFill>
        <p:spPr>
          <a:xfrm>
            <a:off x="8193992" y="3505966"/>
            <a:ext cx="3826711" cy="31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116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do Office</vt:lpstr>
      <vt:lpstr>Componentes Robô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Gregório</dc:creator>
  <cp:lastModifiedBy>Lucas Gregório</cp:lastModifiedBy>
  <cp:revision>1</cp:revision>
  <dcterms:created xsi:type="dcterms:W3CDTF">2026-10-29T11:20:15Z</dcterms:created>
  <dcterms:modified xsi:type="dcterms:W3CDTF">2026-10-29T11:31:09Z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d2980ba-a22f-4fc0-86fb-386ae9f4387f_Enabled">
    <vt:lpwstr>true</vt:lpwstr>
  </property>
  <property fmtid="{D5CDD505-2E9C-101B-9397-08002B2CF9AE}" pid="3" name="MSIP_Label_6d2980ba-a22f-4fc0-86fb-386ae9f4387f_SetDate">
    <vt:lpwstr>2026-10-29T11:31:09Z</vt:lpwstr>
  </property>
  <property fmtid="{D5CDD505-2E9C-101B-9397-08002B2CF9AE}" pid="4" name="MSIP_Label_6d2980ba-a22f-4fc0-86fb-386ae9f4387f_Method">
    <vt:lpwstr>Standard</vt:lpwstr>
  </property>
  <property fmtid="{D5CDD505-2E9C-101B-9397-08002B2CF9AE}" pid="5" name="MSIP_Label_6d2980ba-a22f-4fc0-86fb-386ae9f4387f_Name">
    <vt:lpwstr>defa4170-0d19-0005-0004-bc88714345d2</vt:lpwstr>
  </property>
  <property fmtid="{D5CDD505-2E9C-101B-9397-08002B2CF9AE}" pid="6" name="MSIP_Label_6d2980ba-a22f-4fc0-86fb-386ae9f4387f_SiteId">
    <vt:lpwstr>516bcf9c-7c35-49a4-8831-7d35e04b5772</vt:lpwstr>
  </property>
  <property fmtid="{D5CDD505-2E9C-101B-9397-08002B2CF9AE}" pid="7" name="MSIP_Label_6d2980ba-a22f-4fc0-86fb-386ae9f4387f_ActionId">
    <vt:lpwstr>efea017b-11c4-43af-969b-a75870f78cff</vt:lpwstr>
  </property>
  <property fmtid="{D5CDD505-2E9C-101B-9397-08002B2CF9AE}" pid="8" name="MSIP_Label_6d2980ba-a22f-4fc0-86fb-386ae9f4387f_ContentBits">
    <vt:lpwstr>0</vt:lpwstr>
  </property>
  <property fmtid="{D5CDD505-2E9C-101B-9397-08002B2CF9AE}" pid="9" name="MSIP_Label_6d2980ba-a22f-4fc0-86fb-386ae9f4387f_Tag">
    <vt:lpwstr>10, 3, 0, 1</vt:lpwstr>
  </property>
</Properties>
</file>